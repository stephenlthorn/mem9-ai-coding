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566928" cy="603504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13350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Agentic Coding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Memory System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AI coding tools.   One shared brain.   Zero cold starts.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736592"/>
            <a:ext cx="9144000" cy="292608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457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9B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Code   ·   Codex   ·   Cursor   ·   MCP   ·   TiDB Cloud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3464"/>
            <a:ext cx="182880" cy="201168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coding agents work blind and alone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800600" cy="749808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" cy="749808"/>
          </a:xfrm>
          <a:prstGeom prst="rect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26464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Duplication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Can't see a component exists, so it builds a second one. TiDB holds what exists as queryable state.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4800600" cy="749808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12848"/>
            <a:ext cx="64008" cy="749808"/>
          </a:xfrm>
          <a:prstGeom prst="rect">
            <a:avLst/>
          </a:prstGeom>
          <a:solidFill>
            <a:srgbClr val="F26048"/>
          </a:solidFill>
          <a:ln w="12700">
            <a:solidFill>
              <a:srgbClr val="F26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6771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60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Broken conventions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Writes raw aws.s3.Bucket instead of the library wrapper. TiDB stores the edge that says 'use the library.'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4800600" cy="749808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54096"/>
            <a:ext cx="64008" cy="749808"/>
          </a:xfrm>
          <a:prstGeom prst="rect">
            <a:avLst/>
          </a:prstGeom>
          <a:solidFill>
            <a:srgbClr val="C771F2"/>
          </a:solidFill>
          <a:ln w="12700">
            <a:solidFill>
              <a:srgbClr val="C771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71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Invisible blast radius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Changes S3Bucket, breaks RDS two hops away. A recursive CTE reveals the full chain.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4800600" cy="749808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895344"/>
            <a:ext cx="64008" cy="749808"/>
          </a:xfrm>
          <a:prstGeom prst="rect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50208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0DB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Cold starts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session re-derives everything and repeats mistakes. TiDB's session log hands off warm.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22976" y="1819656"/>
            <a:ext cx="3355848" cy="2196247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8" name="Image 0" descr="/Users/stephen/GitHub/mem9-ai-coding/report/img-live/dash-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874520"/>
            <a:ext cx="3246120" cy="208651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577840" y="4098199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dashboard: staging gap before any tool runs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3464"/>
            <a:ext cx="182880" cy="201168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SCENARIO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Acme Platform Engineering · Pulumi IaC Monorepo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3474720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606040" cy="329184"/>
          </a:xfrm>
          <a:prstGeom prst="rect">
            <a:avLst/>
          </a:prstGeom>
          <a:solidFill>
            <a:srgbClr val="5075EA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CODEBASE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6916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Pulumi (TypeScript) monorepo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207568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Reusable libraries: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" y="245973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• S3Bucket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" y="284378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• PostgreSQL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" y="322783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• DNSRecord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36118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• SSOApplication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792" y="399592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 + staging environments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46120" y="1234440"/>
            <a:ext cx="2606040" cy="3474720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234440"/>
            <a:ext cx="2606040" cy="329184"/>
          </a:xfrm>
          <a:prstGeom prst="rect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280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0712" y="16916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AI coding tools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10712" y="207568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 developers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10712" y="245973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repo, same time: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10712" y="284378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• Claude Code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10712" y="322783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• Codex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10712" y="36118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• Cursor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1234440"/>
            <a:ext cx="2606040" cy="3474720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234440"/>
            <a:ext cx="2606040" cy="329184"/>
          </a:xfrm>
          <a:prstGeom prst="rect">
            <a:avLst/>
          </a:prstGeom>
          <a:solidFill>
            <a:srgbClr val="F26048"/>
          </a:solidFill>
          <a:ln w="12700">
            <a:solidFill>
              <a:srgbClr val="F260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280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TASK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16916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is complete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99632" y="207568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Staging has drifted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99632" y="245973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DNS + SSO layer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99632" y="284378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(4 components)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199632" y="322783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99632" y="36118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Bring staging to parity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99632" y="399592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all three tools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3464"/>
            <a:ext cx="182880" cy="201168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real CLIs · MCP · one TiDB Cloud database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691640" cy="566928"/>
          </a:xfrm>
          <a:prstGeom prst="rect">
            <a:avLst/>
          </a:prstGeom>
          <a:solidFill>
            <a:srgbClr val="241310"/>
          </a:solidFill>
          <a:ln w="19050">
            <a:solidFill>
              <a:srgbClr val="F260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0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84832" y="1490472"/>
            <a:ext cx="777240" cy="0"/>
          </a:xfrm>
          <a:prstGeom prst="line">
            <a:avLst/>
          </a:prstGeom>
          <a:noFill/>
          <a:ln w="19050">
            <a:solidFill>
              <a:srgbClr val="5A5A6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" y="1938528"/>
            <a:ext cx="1691640" cy="566928"/>
          </a:xfrm>
          <a:prstGeom prst="rect">
            <a:avLst/>
          </a:prstGeom>
          <a:solidFill>
            <a:srgbClr val="08221F"/>
          </a:solidFill>
          <a:ln w="19050">
            <a:solidFill>
              <a:srgbClr val="50DB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385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DB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84832" y="2221992"/>
            <a:ext cx="777240" cy="0"/>
          </a:xfrm>
          <a:prstGeom prst="line">
            <a:avLst/>
          </a:prstGeom>
          <a:noFill/>
          <a:ln w="19050">
            <a:solidFill>
              <a:srgbClr val="5A5A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" y="2670048"/>
            <a:ext cx="1691640" cy="566928"/>
          </a:xfrm>
          <a:prstGeom prst="rect">
            <a:avLst/>
          </a:prstGeom>
          <a:solidFill>
            <a:srgbClr val="0C1530"/>
          </a:solidFill>
          <a:ln w="19050">
            <a:solidFill>
              <a:srgbClr val="507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700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75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84832" y="2953512"/>
            <a:ext cx="777240" cy="0"/>
          </a:xfrm>
          <a:prstGeom prst="line">
            <a:avLst/>
          </a:prstGeom>
          <a:noFill/>
          <a:ln w="19050">
            <a:solidFill>
              <a:srgbClr val="5A5A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26080" y="1298448"/>
            <a:ext cx="1828800" cy="1737360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MCP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15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tidb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157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DBD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tidb-infra-kb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67128"/>
            <a:ext cx="777240" cy="0"/>
          </a:xfrm>
          <a:prstGeom prst="line">
            <a:avLst/>
          </a:prstGeom>
          <a:noFill/>
          <a:ln w="19050">
            <a:solidFill>
              <a:srgbClr val="5A5A6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754880" y="19202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9B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SQL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234440"/>
            <a:ext cx="2194560" cy="411480"/>
          </a:xfrm>
          <a:prstGeom prst="ellipse">
            <a:avLst/>
          </a:prstGeom>
          <a:solidFill>
            <a:srgbClr val="3A0F0C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1417320"/>
            <a:ext cx="2194560" cy="1417320"/>
          </a:xfrm>
          <a:prstGeom prst="rect">
            <a:avLst/>
          </a:prstGeom>
          <a:solidFill>
            <a:srgbClr val="1D0A09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2651760"/>
            <a:ext cx="2194560" cy="411480"/>
          </a:xfrm>
          <a:prstGeom prst="ellipse">
            <a:avLst/>
          </a:prstGeom>
          <a:solidFill>
            <a:srgbClr val="240B09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TiDB Cloud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23560" y="21396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memory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29000"/>
            <a:ext cx="54864" cy="457200"/>
          </a:xfrm>
          <a:prstGeom prst="rect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49300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Flow  </a:t>
            </a:r>
            <a:pPr indent="0" marL="0">
              <a:buNone/>
            </a:pPr>
            <a:r>
              <a:rPr lang="en-US" sz="11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 CLI to MCP process (local) to TiDB Cloud (remote). MCP is the adapter; agents never talk to TiDB directly.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959352"/>
            <a:ext cx="8412480" cy="457200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959352"/>
            <a:ext cx="54864" cy="457200"/>
          </a:xfrm>
          <a:prstGeom prst="rect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02336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DB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MCP servers  </a:t>
            </a:r>
            <a:pPr indent="0" marL="0">
              <a:buNone/>
            </a:pPr>
            <a:r>
              <a:rPr lang="en-US" sz="11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tidb (official PingCAP: raw SQL, vector, CTE) + tidb-infra-kb (custom convention guardrails, same DB).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489704"/>
            <a:ext cx="8412480" cy="457200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489704"/>
            <a:ext cx="54864" cy="457200"/>
          </a:xfrm>
          <a:prstGeom prst="rect">
            <a:avLst/>
          </a:prstGeom>
          <a:solidFill>
            <a:srgbClr val="5075EA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55371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75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Unified DB  </a:t>
            </a:r>
            <a:pPr indent="0" marL="0">
              <a:buNone/>
            </a:pPr>
            <a:r>
              <a:rPr lang="en-US" sz="11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OLTP + OLAP + Graph + Vector + FTS, ACID across all concurrent writes.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3464"/>
            <a:ext cx="182880" cy="201168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RUNS AUTOMATICALLY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prompt, loaded into every agent, every session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606040"/>
          </a:xfrm>
          <a:prstGeom prst="rect">
            <a:avLst/>
          </a:prstGeom>
          <a:solidFill>
            <a:srgbClr val="060608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C15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Before writing any infrastructure code, query tidb-infra-kb first: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- what components already exist  (don't duplicate)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- how they connect  (dependency edges)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- what previous sessions did  (session_log)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604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Never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use raw aws.* / cloudflare.* resources. Compose the library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components in libs/. After you create anything, record it with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0DBD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write_component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so the next session, and the next tool, starts warm.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41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Lives in: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4023360"/>
            <a:ext cx="1965960" cy="329184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40233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04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4023360"/>
            <a:ext cx="1965960" cy="329184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40233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DBD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AGENTS.md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4023360"/>
            <a:ext cx="1965960" cy="329184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40233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.cursorrules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on every session. No per-task reminder needed.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554480" cy="274320"/>
          </a:xfrm>
          <a:prstGeom prst="roundRect">
            <a:avLst>
              <a:gd name="adj" fmla="val 46667"/>
            </a:avLst>
          </a:prstGeom>
          <a:solidFill>
            <a:srgbClr val="241310"/>
          </a:solidFill>
          <a:ln w="12700">
            <a:solidFill>
              <a:srgbClr val="F260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76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04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48840" y="5669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Inspect the gap, scaffold the asset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Code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164592" cy="182880"/>
          </a:xfrm>
          <a:prstGeom prst="hexagon">
            <a:avLst/>
          </a:prstGeom>
          <a:solidFill>
            <a:srgbClr val="F26048"/>
          </a:solidFill>
          <a:ln w="12700">
            <a:solidFill>
              <a:srgbClr val="F26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276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Queries TiDB first, doesn't assume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164592" cy="182880"/>
          </a:xfrm>
          <a:prstGeom prst="hexagon">
            <a:avLst/>
          </a:prstGeom>
          <a:solidFill>
            <a:srgbClr val="F26048"/>
          </a:solidFill>
          <a:ln w="12700">
            <a:solidFill>
              <a:srgbClr val="F26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762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Finds staging missing static-assets and assets-DNS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70632"/>
            <a:ext cx="164592" cy="182880"/>
          </a:xfrm>
          <a:prstGeom prst="hexagon">
            <a:avLst/>
          </a:prstGeom>
          <a:solidFill>
            <a:srgbClr val="F26048"/>
          </a:solidFill>
          <a:ln w="12700">
            <a:solidFill>
              <a:srgbClr val="F26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24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Composes library components, never raw aws.*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19272"/>
            <a:ext cx="164592" cy="182880"/>
          </a:xfrm>
          <a:prstGeom prst="hexagon">
            <a:avLst/>
          </a:prstGeom>
          <a:solidFill>
            <a:srgbClr val="F26048"/>
          </a:solidFill>
          <a:ln w="12700">
            <a:solidFill>
              <a:srgbClr val="F26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735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Writes both back to TiDB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17136" y="1499616"/>
            <a:ext cx="4361688" cy="2009345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/Users/stephen/GitHub/mem9-ai-coding/report/img-live/claude-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54480"/>
            <a:ext cx="4251960" cy="189961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0" y="3591257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Claude Code output, recording components + rules followed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931920"/>
            <a:ext cx="1737360" cy="548640"/>
          </a:xfrm>
          <a:prstGeom prst="rect">
            <a:avLst/>
          </a:prstGeom>
          <a:solidFill>
            <a:srgbClr val="2A0A08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missing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240280" y="39502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697480" y="3931920"/>
            <a:ext cx="1737360" cy="548640"/>
          </a:xfrm>
          <a:prstGeom prst="rect">
            <a:avLst/>
          </a:prstGeom>
          <a:solidFill>
            <a:srgbClr val="07221D"/>
          </a:solidFill>
          <a:ln w="12700">
            <a:solidFill>
              <a:srgbClr val="1AA89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9748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missing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0" y="3822192"/>
            <a:ext cx="4251960" cy="886968"/>
          </a:xfrm>
          <a:prstGeom prst="rect">
            <a:avLst/>
          </a:prstGeom>
          <a:solidFill>
            <a:srgbClr val="0C1530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709160" y="38953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075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TiDB BENEFIT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09160" y="40965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database query returns exact, current results. No grepping TypeScript. No ambiguity.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097280" cy="274320"/>
          </a:xfrm>
          <a:prstGeom prst="roundRect">
            <a:avLst>
              <a:gd name="adj" fmla="val 46667"/>
            </a:avLst>
          </a:prstGeom>
          <a:solidFill>
            <a:srgbClr val="08221F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76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DBD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56692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cold. Pick up warm from the TiDB session log.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64592" cy="182880"/>
          </a:xfrm>
          <a:prstGeom prst="hexagon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27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Codex just opened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164592" cy="182880"/>
          </a:xfrm>
          <a:prstGeom prst="hexagon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30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DB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context of what Claude Code did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164592" cy="182880"/>
          </a:xfrm>
          <a:prstGeom prst="hexagon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334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the shared TiDB session log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164592" cy="182880"/>
          </a:xfrm>
          <a:prstGeom prst="hexagon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136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Continues with no re-briefing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164592" cy="182880"/>
          </a:xfrm>
          <a:prstGeom prst="hexagon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639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Adds the admin-DNS record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17136" y="1572768"/>
            <a:ext cx="4361688" cy="1219726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8" name="Image 0" descr="/Users/stephen/GitHub/mem9-ai-coding/report/img-live/codex-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27632"/>
            <a:ext cx="4251960" cy="110999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0" y="287479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Codex output: it reads the shared session log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4206240"/>
            <a:ext cx="1737360" cy="502920"/>
          </a:xfrm>
          <a:prstGeom prst="rect">
            <a:avLst/>
          </a:prstGeom>
          <a:solidFill>
            <a:srgbClr val="07221D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75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missing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240280" y="4206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2697480" y="4206240"/>
            <a:ext cx="1737360" cy="502920"/>
          </a:xfrm>
          <a:prstGeom prst="rect">
            <a:avLst/>
          </a:prstGeom>
          <a:solidFill>
            <a:srgbClr val="07221D"/>
          </a:solidFill>
          <a:ln w="12700">
            <a:solidFill>
              <a:srgbClr val="1AA89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97480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missing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0" y="3246120"/>
            <a:ext cx="4251960" cy="886968"/>
          </a:xfrm>
          <a:prstGeom prst="rect">
            <a:avLst/>
          </a:prstGeom>
          <a:solidFill>
            <a:srgbClr val="08221F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709160" y="3310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0DB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TiDB BENEFIT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09160" y="35021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session log is shared state every tool reads instantly. It replaces the briefing nobody does properly.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097280" cy="274320"/>
          </a:xfrm>
          <a:prstGeom prst="roundRect">
            <a:avLst>
              <a:gd name="adj" fmla="val 46667"/>
            </a:avLst>
          </a:prstGeom>
          <a:solidFill>
            <a:srgbClr val="0C1530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76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cursor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56692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a recursive CTE to verify the pattern. Then build.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Cursor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164592" cy="182880"/>
          </a:xfrm>
          <a:prstGeom prst="hexagon">
            <a:avLst/>
          </a:prstGeom>
          <a:solidFill>
            <a:srgbClr val="5075EA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276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the official TiDB MCP to run a recursive query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03704"/>
            <a:ext cx="164592" cy="182880"/>
          </a:xfrm>
          <a:prstGeom prst="hexagon">
            <a:avLst/>
          </a:prstGeom>
          <a:solidFill>
            <a:srgbClr val="5075EA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579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75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SSO app must redirect to a DNS record, proved before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164592" cy="182880"/>
          </a:xfrm>
          <a:prstGeom prst="hexagon">
            <a:avLst/>
          </a:prstGeom>
          <a:solidFill>
            <a:srgbClr val="5075EA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883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 reachability, a vector store can't compute this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64408"/>
            <a:ext cx="164592" cy="182880"/>
          </a:xfrm>
          <a:prstGeom prst="hexagon">
            <a:avLst/>
          </a:prstGeom>
          <a:solidFill>
            <a:srgbClr val="5075EA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186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the final component correctly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17136" y="1408176"/>
            <a:ext cx="4361688" cy="2529352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/Users/stephen/GitHub/mem9-ai-coding/report/img-live/cursor-cte-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63040"/>
            <a:ext cx="4251960" cy="24196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0" y="401982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Cursor output: recursive CTE returns the dependency chain before writing code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4023360"/>
            <a:ext cx="3977640" cy="731520"/>
          </a:xfrm>
          <a:prstGeom prst="rect">
            <a:avLst/>
          </a:prstGeom>
          <a:solidFill>
            <a:srgbClr val="07221D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40233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STAGING = PRODUCTION  ·  0 missing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3464"/>
            <a:ext cx="182880" cy="201168"/>
          </a:xfrm>
          <a:prstGeom prst="hexagon">
            <a:avLst/>
          </a:prstGeom>
          <a:solidFill>
            <a:srgbClr val="1AA894"/>
          </a:solidFill>
          <a:ln w="12700">
            <a:solidFill>
              <a:srgbClr val="1AA8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Staging is now at parity with production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tools · 4 components · 1 TiDB brain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685800"/>
          </a:xfrm>
          <a:prstGeom prst="rect">
            <a:avLst/>
          </a:prstGeom>
          <a:solidFill>
            <a:srgbClr val="241310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64008" cy="685800"/>
          </a:xfrm>
          <a:prstGeom prst="rect">
            <a:avLst/>
          </a:prstGeom>
          <a:solidFill>
            <a:srgbClr val="F26048"/>
          </a:solidFill>
          <a:ln w="12700">
            <a:solidFill>
              <a:srgbClr val="F26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46504"/>
            <a:ext cx="37307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60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Code  </a:t>
            </a:r>
            <a:pPr indent="0" marL="0">
              <a:buNone/>
            </a:pPr>
            <a:r>
              <a:rPr lang="en-US" sz="11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Scaffolded static-assets bucket + Cloudflare DNS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023360" cy="685800"/>
          </a:xfrm>
          <a:prstGeom prst="rect">
            <a:avLst/>
          </a:prstGeom>
          <a:solidFill>
            <a:srgbClr val="08221F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64008" cy="685800"/>
          </a:xfrm>
          <a:prstGeom prst="rect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23744"/>
            <a:ext cx="37307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DB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Codex  </a:t>
            </a:r>
            <a:pPr indent="0" marL="0">
              <a:buNone/>
            </a:pPr>
            <a:r>
              <a:rPr lang="en-US" sz="11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the session log, added admin-portal DNS record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023360" cy="685800"/>
          </a:xfrm>
          <a:prstGeom prst="rect">
            <a:avLst/>
          </a:prstGeom>
          <a:solidFill>
            <a:srgbClr val="0C1530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46120"/>
            <a:ext cx="64008" cy="685800"/>
          </a:xfrm>
          <a:prstGeom prst="rect">
            <a:avLst/>
          </a:prstGeom>
          <a:solidFill>
            <a:srgbClr val="5075EA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00984"/>
            <a:ext cx="37307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75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Cursor  </a:t>
            </a:r>
            <a:pPr indent="0" marL="0">
              <a:buNone/>
            </a:pPr>
            <a:r>
              <a:rPr lang="en-US" sz="11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Proved the SSO pattern with a recursive CTE, finished admin-SSO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280160" cy="548640"/>
          </a:xfrm>
          <a:prstGeom prst="rect">
            <a:avLst/>
          </a:prstGeom>
          <a:solidFill>
            <a:srgbClr val="07221D"/>
          </a:solidFill>
          <a:ln w="12700">
            <a:solidFill>
              <a:srgbClr val="1AA8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60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cold starts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4160520"/>
            <a:ext cx="1280160" cy="548640"/>
          </a:xfrm>
          <a:prstGeom prst="rect">
            <a:avLst/>
          </a:prstGeom>
          <a:solidFill>
            <a:srgbClr val="07221D"/>
          </a:solidFill>
          <a:ln w="12700">
            <a:solidFill>
              <a:srgbClr val="1AA8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4160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convention violations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63824" y="4160520"/>
            <a:ext cx="1280160" cy="548640"/>
          </a:xfrm>
          <a:prstGeom prst="rect">
            <a:avLst/>
          </a:prstGeom>
          <a:solidFill>
            <a:srgbClr val="07221D"/>
          </a:solidFill>
          <a:ln w="12700">
            <a:solidFill>
              <a:srgbClr val="1AA8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9544" y="4160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duplicate resources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45736" y="1179576"/>
            <a:ext cx="4133088" cy="3049979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22" name="Image 0" descr="/Users/stephen/GitHub/mem9-ai-coding/report/img-live/dash-cur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234440"/>
            <a:ext cx="4023360" cy="294025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800600" y="4311851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three tools in one feed, parity strip fully green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3464"/>
            <a:ext cx="182880" cy="201168"/>
          </a:xfrm>
          <a:prstGeom prst="hexagon">
            <a:avLst/>
          </a:prstGeom>
          <a:solidFill>
            <a:srgbClr val="C771F2"/>
          </a:solidFill>
          <a:ln w="12700">
            <a:solidFill>
              <a:srgbClr val="C771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71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 REACHABILITY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query a vector database can't answer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"What breaks if I change the S3Bucket library?"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937760" cy="2286000"/>
          </a:xfrm>
          <a:prstGeom prst="rect">
            <a:avLst/>
          </a:prstGeom>
          <a:solidFill>
            <a:srgbClr val="060608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27632"/>
            <a:ext cx="46634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WITH RECURSIVE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blast(from_id, to_id,
         relationship, depth) AS (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e.from_id, e.to_id, e.relationship, 1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component_edges e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c.name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0DBD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'S3Bucket'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UNION ALL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e.from_id, e.to_id, ..., depth+1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depth &lt; 10
)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SELECT DISTINCT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depth, from_id, to_id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blast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075E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ORDER BY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depth;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22976" y="1453896"/>
            <a:ext cx="3310128" cy="2448564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Users/stephen/GitHub/mem9-ai-coding/report/img-live/dash-c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08760"/>
            <a:ext cx="3200400" cy="23388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77840" y="39847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Blast radius on the live dashboard: depth-colored subgraph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180A26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3977640"/>
            <a:ext cx="54864" cy="777240"/>
          </a:xfrm>
          <a:prstGeom prst="rect">
            <a:avLst/>
          </a:prstGeom>
          <a:solidFill>
            <a:srgbClr val="C771F2"/>
          </a:solidFill>
          <a:ln w="12700">
            <a:solidFill>
              <a:srgbClr val="C771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0416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similarity finds related-looking code. It cannot compute a transitive closure. This is graph reachability, plain SQL on TiDB.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3464"/>
            <a:ext cx="182880" cy="201168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ENGINE, ONE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+ full-text + graph, same infra_components table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ETL.  No sync lag.  No separate vector DB.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931920" cy="804672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64008" cy="804672"/>
          </a:xfrm>
          <a:prstGeom prst="rect">
            <a:avLst/>
          </a:prstGeom>
          <a:solidFill>
            <a:srgbClr val="C771F2"/>
          </a:solidFill>
          <a:ln w="12700">
            <a:solidFill>
              <a:srgbClr val="C771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17904"/>
            <a:ext cx="3639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C771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1024-dim embeddings, generated server-side by TiDB EMBED_TEXT. Semantic search via VEC_COSINE_DISTANCE.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3931920" cy="804672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50008"/>
            <a:ext cx="64008" cy="804672"/>
          </a:xfrm>
          <a:prstGeom prst="rect">
            <a:avLst/>
          </a:prstGeom>
          <a:solidFill>
            <a:srgbClr val="F26048"/>
          </a:solidFill>
          <a:ln w="12700">
            <a:solidFill>
              <a:srgbClr val="F26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04872"/>
            <a:ext cx="3639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260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FULL-TEXT (BM25)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FULLTEXT index on summaries. Keyword matching via FTS_MATCH_WORD, BM25 relevance ranking.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36976"/>
            <a:ext cx="3931920" cy="804672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36976"/>
            <a:ext cx="64008" cy="804672"/>
          </a:xfrm>
          <a:prstGeom prst="rect">
            <a:avLst/>
          </a:prstGeom>
          <a:solidFill>
            <a:srgbClr val="1AA894"/>
          </a:solidFill>
          <a:ln w="12700">
            <a:solidFill>
              <a:srgbClr val="1AA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91840"/>
            <a:ext cx="3639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HYBRID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Reciprocal rank fusion over both. Full-text finds 2; vector finds 6; hybrid gives you both, ranked.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17136" y="1408176"/>
            <a:ext cx="4361688" cy="2652831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/Users/stephen/GitHub/mem9-ai-coding/report/img-live/search-hyb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63040"/>
            <a:ext cx="4251960" cy="254310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0" y="4143303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"admin portal access control": FTS finds 2, vector finds 6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4251960"/>
            <a:ext cx="3931920" cy="502920"/>
          </a:xfrm>
          <a:prstGeom prst="rect">
            <a:avLst/>
          </a:prstGeom>
          <a:solidFill>
            <a:srgbClr val="2A0A08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5760" y="4251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Full-text: 2  ·  Vector: 6  ·  Hybrid: both, ranked together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3464"/>
            <a:ext cx="182880" cy="201168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TIDB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TiDB, not the alternatives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06040" cy="365760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1188720"/>
            <a:ext cx="2834640" cy="365760"/>
          </a:xfrm>
          <a:prstGeom prst="rect">
            <a:avLst/>
          </a:prstGeom>
          <a:solidFill>
            <a:srgbClr val="2A0A08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2968" y="11887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TIDB CLOUD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9320" y="1188720"/>
            <a:ext cx="2788920" cy="365760"/>
          </a:xfrm>
          <a:prstGeom prst="rect">
            <a:avLst/>
          </a:prstGeom>
          <a:solidFill>
            <a:srgbClr val="1F1F29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9048" y="118872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ALTERNATIVES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27632"/>
            <a:ext cx="2606040" cy="603504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627632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Concurrent writes from 3 agents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63240" y="1627632"/>
            <a:ext cx="2834640" cy="603504"/>
          </a:xfrm>
          <a:prstGeom prst="rect">
            <a:avLst/>
          </a:prstGeom>
          <a:solidFill>
            <a:srgbClr val="0D0D12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627632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ACID transactions, all-or-nothing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1627632"/>
            <a:ext cx="2788920" cy="603504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9048" y="1627632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60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S3: last-write-wins, no transactions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2606040" cy="603504"/>
          </a:xfrm>
          <a:prstGeom prst="rect">
            <a:avLst/>
          </a:prstGeom>
          <a:solidFill>
            <a:srgbClr val="121218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0428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what exists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063240" y="2304288"/>
            <a:ext cx="2834640" cy="603504"/>
          </a:xfrm>
          <a:prstGeom prst="rect">
            <a:avLst/>
          </a:prstGeom>
          <a:solidFill>
            <a:srgbClr val="0D0D12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230428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SQL in milliseconds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2304288"/>
            <a:ext cx="2788920" cy="603504"/>
          </a:xfrm>
          <a:prstGeom prst="rect">
            <a:avLst/>
          </a:prstGeom>
          <a:solidFill>
            <a:srgbClr val="121218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9048" y="230428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60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Filesystem: no queries, scan everything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2980944"/>
            <a:ext cx="2606040" cy="603504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80944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 dependency traversal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63240" y="2980944"/>
            <a:ext cx="2834640" cy="603504"/>
          </a:xfrm>
          <a:prstGeom prst="rect">
            <a:avLst/>
          </a:prstGeom>
          <a:solidFill>
            <a:srgbClr val="0D0D12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2980944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Recursive CTEs to any depth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2980944"/>
            <a:ext cx="2788920" cy="603504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2980944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60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DBs: 4 systems, no cross-system atomicity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2606040" cy="603504"/>
          </a:xfrm>
          <a:prstGeom prst="rect">
            <a:avLst/>
          </a:prstGeom>
          <a:solidFill>
            <a:srgbClr val="121218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657600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+ keyword recall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063240" y="3657600"/>
            <a:ext cx="2834640" cy="603504"/>
          </a:xfrm>
          <a:prstGeom prst="rect">
            <a:avLst/>
          </a:prstGeom>
          <a:solidFill>
            <a:srgbClr val="0D0D12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3657600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+ FTS in one table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89320" y="3657600"/>
            <a:ext cx="2788920" cy="603504"/>
          </a:xfrm>
          <a:prstGeom prst="rect">
            <a:avLst/>
          </a:prstGeom>
          <a:solidFill>
            <a:srgbClr val="121218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9048" y="3657600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60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Pinecone + Elasticsearch: 2 more systems + ETL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2A0A08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S3 is the filing cabinet for artifacts.  TiDB is the brain.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3464"/>
            <a:ext cx="182880" cy="201168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Running it on your own repo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ingestion job. Everything downstream works as shown.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1024128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847088"/>
            <a:ext cx="457200" cy="457200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16733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15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the resource graph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965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 your Pulumi program to enumerate every component and relationship.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1554480"/>
            <a:ext cx="4023360" cy="1024128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01184" y="1847088"/>
            <a:ext cx="457200" cy="457200"/>
          </a:xfrm>
          <a:prstGeom prst="hexagon">
            <a:avLst/>
          </a:prstGeom>
          <a:solidFill>
            <a:srgbClr val="50DBD9"/>
          </a:solidFill>
          <a:ln w="12700">
            <a:solidFill>
              <a:srgbClr val="50DB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6733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DB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Upsert nodes + edges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965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component to an infra_components row. Each relationship to component_edges.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4023360" cy="1024128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054096"/>
            <a:ext cx="457200" cy="457200"/>
          </a:xfrm>
          <a:prstGeom prst="hexagon">
            <a:avLst/>
          </a:prstGeom>
          <a:solidFill>
            <a:srgbClr val="C771F2"/>
          </a:solidFill>
          <a:ln w="12700">
            <a:solidFill>
              <a:srgbClr val="C771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28803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1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1729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TiDB's EMBED_TEXT generates vectors on insert, no separate embedding pipeline.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2761488"/>
            <a:ext cx="4023360" cy="1024128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01184" y="3054096"/>
            <a:ext cx="457200" cy="457200"/>
          </a:xfrm>
          <a:prstGeom prst="hexagon">
            <a:avLst/>
          </a:prstGeom>
          <a:solidFill>
            <a:srgbClr val="5075EA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28803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75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 the scan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1729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session_log records 'graph last synced at commit abc123' so agents know freshness.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0C1530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114800"/>
            <a:ext cx="54864" cy="777240"/>
          </a:xfrm>
          <a:prstGeom prst="rect">
            <a:avLst/>
          </a:prstGeom>
          <a:solidFill>
            <a:srgbClr val="5075EA"/>
          </a:solidFill>
          <a:ln w="12700">
            <a:solidFill>
              <a:srgbClr val="507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178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8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graph the tools query is the same shape. Only its source changes from the seed script to your live repo. Query, CTE, search, convention-enforcement, and cross-tool memory all work as shown.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457200" cy="493776"/>
          </a:xfrm>
          <a:prstGeom prst="hexagon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TiDB as the memory layer for agentic engineering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691640"/>
          </a:xfrm>
          <a:prstGeom prst="rect">
            <a:avLst/>
          </a:prstGeom>
          <a:solidFill>
            <a:srgbClr val="16161C"/>
          </a:solidFill>
          <a:ln w="12700">
            <a:solidFill>
              <a:srgbClr val="2D2D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64008" cy="1691640"/>
          </a:xfrm>
          <a:prstGeom prst="rect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27632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"Three AI coding tools, the exact ones your team uses today, all sharing one TiDB brain. They query before they build, follow your conventions, see the blast radius of a change, and hand off warm to the next tool."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2606040" cy="658368"/>
          </a:xfrm>
          <a:prstGeom prst="rect">
            <a:avLst/>
          </a:prstGeom>
          <a:solidFill>
            <a:srgbClr val="16161C"/>
          </a:solidFill>
          <a:ln w="19050">
            <a:solidFill>
              <a:srgbClr val="1AA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A8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cold starts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3520440"/>
            <a:ext cx="2606040" cy="658368"/>
          </a:xfrm>
          <a:prstGeom prst="rect">
            <a:avLst/>
          </a:prstGeom>
          <a:solidFill>
            <a:srgbClr val="16161C"/>
          </a:solidFill>
          <a:ln w="19050">
            <a:solidFill>
              <a:srgbClr val="F26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5204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0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convention violations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520440"/>
            <a:ext cx="2606040" cy="658368"/>
          </a:xfrm>
          <a:prstGeom prst="rect">
            <a:avLst/>
          </a:prstGeom>
          <a:solidFill>
            <a:srgbClr val="16161C"/>
          </a:solidFill>
          <a:ln w="19050">
            <a:solidFill>
              <a:srgbClr val="507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5204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75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duplicate resources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9B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github.com/stephenlthorn/mem9-ai-coding   ·   Apache-2.0   ·   backed by a live TiDB Cloud cluster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992624"/>
            <a:ext cx="9144000" cy="54864"/>
          </a:xfrm>
          <a:prstGeom prst="rect">
            <a:avLst/>
          </a:prstGeom>
          <a:solidFill>
            <a:srgbClr val="DC150B"/>
          </a:solidFill>
          <a:ln w="12700">
            <a:solidFill>
              <a:srgbClr val="DC15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TiDB: Shared Memory Infrastructure for AI Coding Agents</dc:title>
  <dc:subject>PptxGenJS Presentation</dc:subject>
  <dc:creator>PptxGenJS</dc:creator>
  <cp:lastModifiedBy>PptxGenJS</cp:lastModifiedBy>
  <cp:revision>1</cp:revision>
  <dcterms:created xsi:type="dcterms:W3CDTF">2026-06-05T13:51:30Z</dcterms:created>
  <dcterms:modified xsi:type="dcterms:W3CDTF">2026-06-05T13:51:30Z</dcterms:modified>
</cp:coreProperties>
</file>